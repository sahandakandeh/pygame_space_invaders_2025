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8T10:45:01.856"/>
    </inkml:context>
    <inkml:brush xml:id="br0">
      <inkml:brushProperty name="width" value="0.35" units="cm"/>
      <inkml:brushProperty name="height" value="2.1" units="cm"/>
      <inkml:brushProperty name="color" value="#008C3A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8T10:45:03.652"/>
    </inkml:context>
    <inkml:brush xml:id="br0">
      <inkml:brushProperty name="width" value="0.35" units="cm"/>
      <inkml:brushProperty name="height" value="2.1" units="cm"/>
      <inkml:brushProperty name="color" value="#008C3A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0:45:36.1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0:46:51.42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0:46:55.45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7230-FE82-BC51-64F0-3926B8A9F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F2C8D-68BE-2A4D-FA73-5C73B50BB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274DE-A338-2783-02EF-4AD7CB0D4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623A9-1609-4A7A-969D-CCB6DF46015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FB09D-A059-F939-52CB-19ACA80A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B382D-7AD9-02FF-E8F5-FA33349A5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D4BE-FB50-41FA-94B0-E20E2080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71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16CC-11E3-2FCD-EB25-C1D2D521F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69F80-7979-087A-04E2-ADDE435F5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19477-65A7-3E1C-90B8-4BC5E156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623A9-1609-4A7A-969D-CCB6DF46015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46BA7-4957-4426-40D9-F29A87953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C3219-FB59-E3BF-3E42-9AE600B8E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D4BE-FB50-41FA-94B0-E20E2080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45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06DE-D130-F52C-0D9D-479823DD2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6EE96-0ABA-6E58-4763-B63514A98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02C33-C7A7-57E4-D83D-AE54D3BF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623A9-1609-4A7A-969D-CCB6DF46015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9D0EC-CE41-38F5-45C3-992BE4B0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D9B89-72D5-F486-91BC-E4446BA6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D4BE-FB50-41FA-94B0-E20E2080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00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996E-D948-719F-3708-6D628780B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7EE10-B39C-67A2-FE2D-A9E396D00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3BDB6-D014-3854-DDFA-89392CC1E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6D4D9-8E6A-E4EE-C802-AF8AC2C9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623A9-1609-4A7A-969D-CCB6DF46015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D6812-8019-3A02-829D-EB2329C25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B1F5D-56BB-A5A7-76DD-F1DAEF6A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D4BE-FB50-41FA-94B0-E20E2080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36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3430-C688-AD06-CABF-5B3A21BF0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15365-2313-1B12-5EBF-8C9E13D08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0C8A2-E57C-56ED-E62B-17AD9E3EB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7BBAB-1BEB-DDD7-3829-145D426AA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83106-73B0-4334-4437-82704EAFEB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DB0EDD-C064-2C2B-0131-4508663F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623A9-1609-4A7A-969D-CCB6DF46015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7C2FBC-ACFF-6B92-9206-E884AA74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5B45F-B5CB-964B-DCF5-950145D7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D4BE-FB50-41FA-94B0-E20E2080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57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41B73-47ED-CA50-7C65-3E90D24E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B15C90-C4BD-4E6D-7C21-E1198FDBC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623A9-1609-4A7A-969D-CCB6DF46015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78D8A-2D52-2FB8-7F26-13A3B8B51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7B9AE-0D05-57CF-7D88-CE1139F8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D4BE-FB50-41FA-94B0-E20E2080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5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D48C0-B224-A67E-652D-51401107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623A9-1609-4A7A-969D-CCB6DF46015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D97A4-1A14-6918-A8C8-BCBC97496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0D2EB-5D76-706C-1394-62DD0510D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D4BE-FB50-41FA-94B0-E20E2080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6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71C5-1E99-5F85-A05A-D15C7694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3AD7-2282-91DE-BF63-2CEFBA2D0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FA3E3-74B7-F3C6-AE88-E5D7469B3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A8A36-1883-6614-EEEB-1458462B3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623A9-1609-4A7A-969D-CCB6DF46015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E95DD-3F0D-40E8-F1AA-6288B0FA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00BE7-759A-73A4-FFD5-20ABBBD89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D4BE-FB50-41FA-94B0-E20E2080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83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DADB-5E7B-5905-E47E-032859DDD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C88D6B-0F1D-ACCB-9E3F-3B4F4C745D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CEE5A-29AD-1ECB-13F3-FAD39FD2C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314A3-E88B-D78E-21E8-DEDAC51F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623A9-1609-4A7A-969D-CCB6DF46015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94142-3D4E-FBDD-7125-D1ED2B642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2B958-DA3F-16FD-9FAF-DD7E68C4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D4BE-FB50-41FA-94B0-E20E2080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58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E7C3-6F2A-9235-7EA1-B9E341394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23DBB-70E1-74E3-CBE6-C0B078A20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58097-0097-A6D5-2352-2AD259AE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623A9-1609-4A7A-969D-CCB6DF46015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7387-B758-72B5-DB9B-3B3DEF1A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982A8-BC46-87AC-05C5-7DA26447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D4BE-FB50-41FA-94B0-E20E2080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239655-9591-4386-920A-CDD77ACFC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9DB57-E87C-9C71-50BE-AA9B928F2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E2F8E-1B56-A991-0F0B-B91192BB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623A9-1609-4A7A-969D-CCB6DF46015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4B329-DB1E-D47A-45DA-0177AE618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F774D-6191-B66E-730C-37191828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D4BE-FB50-41FA-94B0-E20E2080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1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C78C6D-6AF2-5F1F-798D-8CB8B7AEC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4F13A-AB28-EB3A-26F4-DD247CE64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3D569-A300-6974-3918-48352B151B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623A9-1609-4A7A-969D-CCB6DF46015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AD148-027F-11B1-FC62-C2834C924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DFC59-FEFE-9273-A9C4-50799ED35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9D4BE-FB50-41FA-94B0-E20E2080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0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.wmf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46E1-6E13-9EAE-377C-877BAD6E2F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A0945C-C858-FCA5-12A7-674312A1ED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B895DC-8662-E65B-8047-D3A572B833AE}"/>
              </a:ext>
            </a:extLst>
          </p:cNvPr>
          <p:cNvSpPr/>
          <p:nvPr/>
        </p:nvSpPr>
        <p:spPr>
          <a:xfrm>
            <a:off x="1479755" y="678426"/>
            <a:ext cx="9684773" cy="53290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F4809-5CBA-CB2B-F772-FCB7D507C450}"/>
              </a:ext>
            </a:extLst>
          </p:cNvPr>
          <p:cNvSpPr/>
          <p:nvPr/>
        </p:nvSpPr>
        <p:spPr>
          <a:xfrm>
            <a:off x="766919" y="312665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29B185-10D3-DA69-EADA-ED82459E3898}"/>
              </a:ext>
            </a:extLst>
          </p:cNvPr>
          <p:cNvSpPr/>
          <p:nvPr/>
        </p:nvSpPr>
        <p:spPr>
          <a:xfrm>
            <a:off x="5919019" y="6140243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4F1446-7F61-74B4-7ADB-DB6811491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604" y="4778477"/>
            <a:ext cx="850490" cy="95716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AFD3C20-343E-55B6-91D4-B814E1B4A803}"/>
              </a:ext>
            </a:extLst>
          </p:cNvPr>
          <p:cNvCxnSpPr>
            <a:endCxn id="8" idx="1"/>
          </p:cNvCxnSpPr>
          <p:nvPr/>
        </p:nvCxnSpPr>
        <p:spPr>
          <a:xfrm flipV="1">
            <a:off x="1524000" y="5257057"/>
            <a:ext cx="4360604" cy="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46E427A-10FE-D147-AE88-8E61043CAA67}"/>
              </a:ext>
            </a:extLst>
          </p:cNvPr>
          <p:cNvSpPr/>
          <p:nvPr/>
        </p:nvSpPr>
        <p:spPr>
          <a:xfrm>
            <a:off x="3623188" y="480305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370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2AA62D-4F34-C217-244F-1BBBDA44D17B}"/>
              </a:ext>
            </a:extLst>
          </p:cNvPr>
          <p:cNvCxnSpPr/>
          <p:nvPr/>
        </p:nvCxnSpPr>
        <p:spPr>
          <a:xfrm>
            <a:off x="5919019" y="5796117"/>
            <a:ext cx="816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060CE8D-490C-ECE5-8F8A-23F62EF6278A}"/>
              </a:ext>
            </a:extLst>
          </p:cNvPr>
          <p:cNvSpPr/>
          <p:nvPr/>
        </p:nvSpPr>
        <p:spPr>
          <a:xfrm>
            <a:off x="6095999" y="5796117"/>
            <a:ext cx="442449" cy="1915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64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49C7E9-53DE-01E2-D01C-4957BDBEB5C2}"/>
              </a:ext>
            </a:extLst>
          </p:cNvPr>
          <p:cNvCxnSpPr>
            <a:cxnSpLocks/>
          </p:cNvCxnSpPr>
          <p:nvPr/>
        </p:nvCxnSpPr>
        <p:spPr>
          <a:xfrm>
            <a:off x="6735094" y="5257057"/>
            <a:ext cx="4429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C7CFB0-3D43-0CC9-853B-A11308B4CD30}"/>
              </a:ext>
            </a:extLst>
          </p:cNvPr>
          <p:cNvCxnSpPr>
            <a:stCxn id="4" idx="0"/>
          </p:cNvCxnSpPr>
          <p:nvPr/>
        </p:nvCxnSpPr>
        <p:spPr>
          <a:xfrm flipH="1">
            <a:off x="6312310" y="678426"/>
            <a:ext cx="9832" cy="4100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0224BD3-0467-B73B-B06D-00D8B53F30E5}"/>
              </a:ext>
            </a:extLst>
          </p:cNvPr>
          <p:cNvSpPr/>
          <p:nvPr/>
        </p:nvSpPr>
        <p:spPr>
          <a:xfrm>
            <a:off x="5692875" y="2507227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480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1C7151-33A5-488C-3441-1BDAA35D771E}"/>
              </a:ext>
            </a:extLst>
          </p:cNvPr>
          <p:cNvSpPr/>
          <p:nvPr/>
        </p:nvSpPr>
        <p:spPr>
          <a:xfrm>
            <a:off x="8377085" y="4866970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366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08726A-387F-9D61-3FE4-BB6DEC59E699}"/>
              </a:ext>
            </a:extLst>
          </p:cNvPr>
          <p:cNvSpPr/>
          <p:nvPr/>
        </p:nvSpPr>
        <p:spPr>
          <a:xfrm>
            <a:off x="634181" y="412961"/>
            <a:ext cx="771834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(0, 0)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3B24308-FF5C-2649-7A9E-88B48B9C469B}"/>
              </a:ext>
            </a:extLst>
          </p:cNvPr>
          <p:cNvCxnSpPr/>
          <p:nvPr/>
        </p:nvCxnSpPr>
        <p:spPr>
          <a:xfrm>
            <a:off x="1524000" y="412961"/>
            <a:ext cx="4168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E8C55CA-33BF-9596-41DB-134C6719B5DA}"/>
              </a:ext>
            </a:extLst>
          </p:cNvPr>
          <p:cNvSpPr/>
          <p:nvPr/>
        </p:nvSpPr>
        <p:spPr>
          <a:xfrm>
            <a:off x="3495370" y="14749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+x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39C3D7-538E-2DB4-2283-4DF45836CF9F}"/>
              </a:ext>
            </a:extLst>
          </p:cNvPr>
          <p:cNvCxnSpPr/>
          <p:nvPr/>
        </p:nvCxnSpPr>
        <p:spPr>
          <a:xfrm flipH="1">
            <a:off x="6243481" y="412961"/>
            <a:ext cx="4139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901D33C-CD25-CC7E-89EE-1E1ED18BDC62}"/>
              </a:ext>
            </a:extLst>
          </p:cNvPr>
          <p:cNvSpPr/>
          <p:nvPr/>
        </p:nvSpPr>
        <p:spPr>
          <a:xfrm>
            <a:off x="7128389" y="491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-x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533D1E-95BD-0398-4E7B-442F64438988}"/>
              </a:ext>
            </a:extLst>
          </p:cNvPr>
          <p:cNvCxnSpPr/>
          <p:nvPr/>
        </p:nvCxnSpPr>
        <p:spPr>
          <a:xfrm>
            <a:off x="1317525" y="1061731"/>
            <a:ext cx="0" cy="1828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90C9529-392A-A445-0BD2-B98F0B6875B2}"/>
              </a:ext>
            </a:extLst>
          </p:cNvPr>
          <p:cNvSpPr/>
          <p:nvPr/>
        </p:nvSpPr>
        <p:spPr>
          <a:xfrm>
            <a:off x="639099" y="1494502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24E3CE1-4521-71FC-63AE-BC82706D6929}"/>
              </a:ext>
            </a:extLst>
          </p:cNvPr>
          <p:cNvCxnSpPr/>
          <p:nvPr/>
        </p:nvCxnSpPr>
        <p:spPr>
          <a:xfrm flipV="1">
            <a:off x="1317525" y="4188542"/>
            <a:ext cx="0" cy="1799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3409883-4F73-4523-4A4B-0FEDE08C45B2}"/>
              </a:ext>
            </a:extLst>
          </p:cNvPr>
          <p:cNvSpPr/>
          <p:nvPr/>
        </p:nvSpPr>
        <p:spPr>
          <a:xfrm>
            <a:off x="609603" y="5107860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-y</a:t>
            </a:r>
          </a:p>
        </p:txBody>
      </p:sp>
    </p:spTree>
    <p:extLst>
      <p:ext uri="{BB962C8B-B14F-4D97-AF65-F5344CB8AC3E}">
        <p14:creationId xmlns:p14="http://schemas.microsoft.com/office/powerpoint/2010/main" val="360236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CC63-CCE2-7A17-7E35-E223C8B8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6FE8-291F-94FE-5CE5-E82A1A8D6B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B1185-9E1E-2C5F-6CE8-8AC481D869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0A251B-7CD1-073E-701A-B803966ADBBE}"/>
              </a:ext>
            </a:extLst>
          </p:cNvPr>
          <p:cNvSpPr/>
          <p:nvPr/>
        </p:nvSpPr>
        <p:spPr>
          <a:xfrm>
            <a:off x="1479755" y="678426"/>
            <a:ext cx="9684773" cy="53290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5057E7-2AA9-951F-B19D-CC285A9CCC70}"/>
              </a:ext>
            </a:extLst>
          </p:cNvPr>
          <p:cNvSpPr/>
          <p:nvPr/>
        </p:nvSpPr>
        <p:spPr>
          <a:xfrm>
            <a:off x="427707" y="3141406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BE4967-2AB6-EE1F-6E30-30F55F5ABDEE}"/>
              </a:ext>
            </a:extLst>
          </p:cNvPr>
          <p:cNvSpPr/>
          <p:nvPr/>
        </p:nvSpPr>
        <p:spPr>
          <a:xfrm>
            <a:off x="5919019" y="6140243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A8BE7C-0C1E-FBF0-7C4A-3383D162F4DB}"/>
              </a:ext>
            </a:extLst>
          </p:cNvPr>
          <p:cNvSpPr/>
          <p:nvPr/>
        </p:nvSpPr>
        <p:spPr>
          <a:xfrm>
            <a:off x="634181" y="412961"/>
            <a:ext cx="771834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(0, 0)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1377416-38F8-63FC-818C-4FEDDD5AD5CD}"/>
              </a:ext>
            </a:extLst>
          </p:cNvPr>
          <p:cNvCxnSpPr/>
          <p:nvPr/>
        </p:nvCxnSpPr>
        <p:spPr>
          <a:xfrm>
            <a:off x="1524000" y="412961"/>
            <a:ext cx="4168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6E5177C-06A7-DBE3-0033-B6B49131C631}"/>
              </a:ext>
            </a:extLst>
          </p:cNvPr>
          <p:cNvSpPr/>
          <p:nvPr/>
        </p:nvSpPr>
        <p:spPr>
          <a:xfrm>
            <a:off x="3495370" y="14749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+x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2E53696-C0BC-F1DF-6EEB-A01DE9DEED69}"/>
              </a:ext>
            </a:extLst>
          </p:cNvPr>
          <p:cNvCxnSpPr/>
          <p:nvPr/>
        </p:nvCxnSpPr>
        <p:spPr>
          <a:xfrm flipH="1">
            <a:off x="6243481" y="412961"/>
            <a:ext cx="4139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8EF5257-1592-A85F-E149-6969F4071205}"/>
              </a:ext>
            </a:extLst>
          </p:cNvPr>
          <p:cNvSpPr/>
          <p:nvPr/>
        </p:nvSpPr>
        <p:spPr>
          <a:xfrm>
            <a:off x="7128389" y="491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-x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272516D-BC1B-6C74-B01E-9B12554C596D}"/>
              </a:ext>
            </a:extLst>
          </p:cNvPr>
          <p:cNvCxnSpPr/>
          <p:nvPr/>
        </p:nvCxnSpPr>
        <p:spPr>
          <a:xfrm>
            <a:off x="1317525" y="2123612"/>
            <a:ext cx="0" cy="1828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DB155CDC-0D22-C57A-9A4B-6FBC35A41B80}"/>
              </a:ext>
            </a:extLst>
          </p:cNvPr>
          <p:cNvSpPr/>
          <p:nvPr/>
        </p:nvSpPr>
        <p:spPr>
          <a:xfrm>
            <a:off x="727588" y="2600629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4FADD6F-7FAC-950D-C6A3-ADF339D48C0D}"/>
              </a:ext>
            </a:extLst>
          </p:cNvPr>
          <p:cNvCxnSpPr/>
          <p:nvPr/>
        </p:nvCxnSpPr>
        <p:spPr>
          <a:xfrm flipV="1">
            <a:off x="1317525" y="4277031"/>
            <a:ext cx="0" cy="1799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27AE59F4-D12B-D1E7-699B-3E65BE2C6CC9}"/>
              </a:ext>
            </a:extLst>
          </p:cNvPr>
          <p:cNvSpPr/>
          <p:nvPr/>
        </p:nvSpPr>
        <p:spPr>
          <a:xfrm>
            <a:off x="609603" y="5107860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53371-B5A3-194F-114C-CDF93092C490}"/>
              </a:ext>
            </a:extLst>
          </p:cNvPr>
          <p:cNvCxnSpPr/>
          <p:nvPr/>
        </p:nvCxnSpPr>
        <p:spPr>
          <a:xfrm>
            <a:off x="1479755" y="1165122"/>
            <a:ext cx="968477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11BD70-3D7D-1C5A-51A8-CD535C40ED9A}"/>
              </a:ext>
            </a:extLst>
          </p:cNvPr>
          <p:cNvCxnSpPr>
            <a:cxnSpLocks/>
          </p:cNvCxnSpPr>
          <p:nvPr/>
        </p:nvCxnSpPr>
        <p:spPr>
          <a:xfrm>
            <a:off x="1479754" y="1926380"/>
            <a:ext cx="9684774" cy="49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98E52-9C9B-8C2B-0FFC-21E74E37EDCF}"/>
              </a:ext>
            </a:extLst>
          </p:cNvPr>
          <p:cNvSpPr/>
          <p:nvPr/>
        </p:nvSpPr>
        <p:spPr>
          <a:xfrm>
            <a:off x="904570" y="988645"/>
            <a:ext cx="550606" cy="421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87ACCF-B70D-435F-3917-E16B991599CF}"/>
              </a:ext>
            </a:extLst>
          </p:cNvPr>
          <p:cNvSpPr/>
          <p:nvPr/>
        </p:nvSpPr>
        <p:spPr>
          <a:xfrm>
            <a:off x="875072" y="1759981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150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639B356-DE58-9511-34FC-41E494A7A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813" y="1297857"/>
            <a:ext cx="324464" cy="42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13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D5796-0DDB-9C70-77BD-39D30128A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034B-48B2-7CA0-E6CB-35D66EDA3F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8FCE45-C5CE-6D9F-8171-5F54F2547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A698A8-ED16-6320-B60C-557F668469BF}"/>
              </a:ext>
            </a:extLst>
          </p:cNvPr>
          <p:cNvSpPr/>
          <p:nvPr/>
        </p:nvSpPr>
        <p:spPr>
          <a:xfrm>
            <a:off x="1479755" y="678426"/>
            <a:ext cx="9684773" cy="53290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5F8A11-6496-106F-9291-8C221A6BE438}"/>
              </a:ext>
            </a:extLst>
          </p:cNvPr>
          <p:cNvSpPr/>
          <p:nvPr/>
        </p:nvSpPr>
        <p:spPr>
          <a:xfrm>
            <a:off x="766919" y="312665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EBC197-503F-CF08-852F-2B775BA9FDBA}"/>
              </a:ext>
            </a:extLst>
          </p:cNvPr>
          <p:cNvSpPr/>
          <p:nvPr/>
        </p:nvSpPr>
        <p:spPr>
          <a:xfrm>
            <a:off x="5919019" y="6140243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7EA371-3A9E-FF5C-2B04-CC1B358E4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709" y="3997115"/>
            <a:ext cx="1996735" cy="177918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9AA615-75A6-A496-C7CC-CA5034B8EE5D}"/>
              </a:ext>
            </a:extLst>
          </p:cNvPr>
          <p:cNvCxnSpPr>
            <a:cxnSpLocks/>
          </p:cNvCxnSpPr>
          <p:nvPr/>
        </p:nvCxnSpPr>
        <p:spPr>
          <a:xfrm flipV="1">
            <a:off x="1524000" y="5250275"/>
            <a:ext cx="3838709" cy="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7FF51A1-C95A-7532-2196-C341D39539A9}"/>
              </a:ext>
            </a:extLst>
          </p:cNvPr>
          <p:cNvSpPr/>
          <p:nvPr/>
        </p:nvSpPr>
        <p:spPr>
          <a:xfrm>
            <a:off x="3623188" y="480305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370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A434EF-353A-E852-7E56-737A7B842650}"/>
              </a:ext>
            </a:extLst>
          </p:cNvPr>
          <p:cNvCxnSpPr/>
          <p:nvPr/>
        </p:nvCxnSpPr>
        <p:spPr>
          <a:xfrm>
            <a:off x="5919019" y="5796117"/>
            <a:ext cx="816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BFBE070-24F9-4487-C335-179F7802ABC8}"/>
              </a:ext>
            </a:extLst>
          </p:cNvPr>
          <p:cNvSpPr/>
          <p:nvPr/>
        </p:nvSpPr>
        <p:spPr>
          <a:xfrm>
            <a:off x="6095999" y="5796117"/>
            <a:ext cx="442449" cy="1915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64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1AB3DB-F855-B74C-CFCE-1BDC8881619A}"/>
              </a:ext>
            </a:extLst>
          </p:cNvPr>
          <p:cNvCxnSpPr>
            <a:cxnSpLocks/>
          </p:cNvCxnSpPr>
          <p:nvPr/>
        </p:nvCxnSpPr>
        <p:spPr>
          <a:xfrm flipV="1">
            <a:off x="7359445" y="5257057"/>
            <a:ext cx="3805083" cy="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9742EE-6881-FD79-63D1-E1737F7BBD14}"/>
              </a:ext>
            </a:extLst>
          </p:cNvPr>
          <p:cNvCxnSpPr>
            <a:cxnSpLocks/>
            <a:stCxn id="4" idx="0"/>
          </p:cNvCxnSpPr>
          <p:nvPr/>
        </p:nvCxnSpPr>
        <p:spPr>
          <a:xfrm flipH="1">
            <a:off x="6317221" y="678426"/>
            <a:ext cx="4921" cy="3303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AFA1DBA-426C-F422-B53E-0807FA97C3AB}"/>
              </a:ext>
            </a:extLst>
          </p:cNvPr>
          <p:cNvSpPr/>
          <p:nvPr/>
        </p:nvSpPr>
        <p:spPr>
          <a:xfrm>
            <a:off x="5692875" y="2507227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480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7FFB1A-2CA0-8AE2-E9C7-A5B0A6E29A99}"/>
              </a:ext>
            </a:extLst>
          </p:cNvPr>
          <p:cNvSpPr/>
          <p:nvPr/>
        </p:nvSpPr>
        <p:spPr>
          <a:xfrm>
            <a:off x="8377085" y="4866970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366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81CDD5-28DD-5399-E43A-25CD854BDE33}"/>
              </a:ext>
            </a:extLst>
          </p:cNvPr>
          <p:cNvSpPr/>
          <p:nvPr/>
        </p:nvSpPr>
        <p:spPr>
          <a:xfrm>
            <a:off x="634181" y="412961"/>
            <a:ext cx="771834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(0, 0)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11D01DA-338A-8043-560F-9D4F9D27D521}"/>
              </a:ext>
            </a:extLst>
          </p:cNvPr>
          <p:cNvCxnSpPr/>
          <p:nvPr/>
        </p:nvCxnSpPr>
        <p:spPr>
          <a:xfrm>
            <a:off x="1524000" y="412961"/>
            <a:ext cx="4168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7749F2B-65C3-E96B-99D7-8939520B9E37}"/>
              </a:ext>
            </a:extLst>
          </p:cNvPr>
          <p:cNvSpPr/>
          <p:nvPr/>
        </p:nvSpPr>
        <p:spPr>
          <a:xfrm>
            <a:off x="3495370" y="14749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+x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F70CD9-58D9-BC92-9BC4-905BF4EA1F9A}"/>
              </a:ext>
            </a:extLst>
          </p:cNvPr>
          <p:cNvCxnSpPr/>
          <p:nvPr/>
        </p:nvCxnSpPr>
        <p:spPr>
          <a:xfrm flipH="1">
            <a:off x="6243481" y="412961"/>
            <a:ext cx="4139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AF08426-E69F-5E69-3CAE-621F218AA330}"/>
              </a:ext>
            </a:extLst>
          </p:cNvPr>
          <p:cNvSpPr/>
          <p:nvPr/>
        </p:nvSpPr>
        <p:spPr>
          <a:xfrm>
            <a:off x="7128389" y="491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-x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F9C1CB-AC47-FD51-58A0-F04A2B95F663}"/>
              </a:ext>
            </a:extLst>
          </p:cNvPr>
          <p:cNvCxnSpPr/>
          <p:nvPr/>
        </p:nvCxnSpPr>
        <p:spPr>
          <a:xfrm>
            <a:off x="1317525" y="1061731"/>
            <a:ext cx="0" cy="1828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B3930F6-348B-6568-7515-E3DC5E77E893}"/>
              </a:ext>
            </a:extLst>
          </p:cNvPr>
          <p:cNvSpPr/>
          <p:nvPr/>
        </p:nvSpPr>
        <p:spPr>
          <a:xfrm>
            <a:off x="639099" y="1494502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4EBAE78-C3BA-AD75-8D72-A38980047019}"/>
              </a:ext>
            </a:extLst>
          </p:cNvPr>
          <p:cNvCxnSpPr/>
          <p:nvPr/>
        </p:nvCxnSpPr>
        <p:spPr>
          <a:xfrm flipV="1">
            <a:off x="1317525" y="4188542"/>
            <a:ext cx="0" cy="1799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7C64D7F-C837-CB43-FA26-4CD386F7EFD3}"/>
              </a:ext>
            </a:extLst>
          </p:cNvPr>
          <p:cNvSpPr/>
          <p:nvPr/>
        </p:nvSpPr>
        <p:spPr>
          <a:xfrm>
            <a:off x="609603" y="5107860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4AD1A6-5CBA-07F2-8329-1D63B635D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961" y="3996088"/>
            <a:ext cx="884901" cy="82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24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DF5D-5A14-9028-C5C8-2218E6AA1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883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D4ABD-3A40-8EC0-A4F6-4DE2440CD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5427407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86C96B4-646A-6B0E-1D6B-3F88358E9A27}"/>
              </a:ext>
            </a:extLst>
          </p:cNvPr>
          <p:cNvCxnSpPr>
            <a:cxnSpLocks/>
          </p:cNvCxnSpPr>
          <p:nvPr/>
        </p:nvCxnSpPr>
        <p:spPr>
          <a:xfrm>
            <a:off x="5751871" y="1474839"/>
            <a:ext cx="0" cy="52504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510E81-F583-6677-DBCE-50B0E3C98E57}"/>
              </a:ext>
            </a:extLst>
          </p:cNvPr>
          <p:cNvCxnSpPr>
            <a:cxnSpLocks/>
          </p:cNvCxnSpPr>
          <p:nvPr/>
        </p:nvCxnSpPr>
        <p:spPr>
          <a:xfrm flipH="1">
            <a:off x="1150374" y="3982063"/>
            <a:ext cx="948321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95396E-B468-BAC1-226A-79988A9CAC4F}"/>
              </a:ext>
            </a:extLst>
          </p:cNvPr>
          <p:cNvCxnSpPr>
            <a:cxnSpLocks/>
          </p:cNvCxnSpPr>
          <p:nvPr/>
        </p:nvCxnSpPr>
        <p:spPr>
          <a:xfrm flipV="1">
            <a:off x="6990492" y="2182401"/>
            <a:ext cx="2320423" cy="1150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539C351-51D1-5BFD-A614-FEF57DCCADE5}"/>
              </a:ext>
            </a:extLst>
          </p:cNvPr>
          <p:cNvSpPr/>
          <p:nvPr/>
        </p:nvSpPr>
        <p:spPr>
          <a:xfrm>
            <a:off x="9571704" y="1692632"/>
            <a:ext cx="1060802" cy="4897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A: (5, 4)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8B064F-C384-ABA6-68FF-87DF31D2A8C7}"/>
              </a:ext>
            </a:extLst>
          </p:cNvPr>
          <p:cNvSpPr/>
          <p:nvPr/>
        </p:nvSpPr>
        <p:spPr>
          <a:xfrm>
            <a:off x="5904272" y="3028329"/>
            <a:ext cx="914400" cy="3241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B: (2, 1)</a:t>
            </a:r>
          </a:p>
        </p:txBody>
      </p: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CC8213AA-88C6-96C1-BC42-7BDD9FCBB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077920"/>
              </p:ext>
            </p:extLst>
          </p:nvPr>
        </p:nvGraphicFramePr>
        <p:xfrm>
          <a:off x="981075" y="4727575"/>
          <a:ext cx="3917950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080" imgH="660240" progId="Equation.DSMT4">
                  <p:embed/>
                </p:oleObj>
              </mc:Choice>
              <mc:Fallback>
                <p:oleObj name="Equation" r:id="rId2" imgW="219708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1075" y="4727575"/>
                        <a:ext cx="3917950" cy="141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36DE3FB0-539C-DDB8-512D-C4C389FF61E5}"/>
              </a:ext>
            </a:extLst>
          </p:cNvPr>
          <p:cNvGrpSpPr/>
          <p:nvPr/>
        </p:nvGrpSpPr>
        <p:grpSpPr>
          <a:xfrm>
            <a:off x="7211172" y="2196871"/>
            <a:ext cx="339840" cy="266400"/>
            <a:chOff x="7211172" y="2196871"/>
            <a:chExt cx="339840" cy="2664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78F0F4-6BFF-AF20-1207-BBF6B36921E3}"/>
                    </a:ext>
                  </a:extLst>
                </p14:cNvPr>
                <p14:cNvContentPartPr/>
                <p14:nvPr/>
              </p14:nvContentPartPr>
              <p14:xfrm>
                <a:off x="7550652" y="2196871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78F0F4-6BFF-AF20-1207-BBF6B36921E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88012" y="1818871"/>
                  <a:ext cx="12600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0E29CD-D52B-9751-B189-0166567E9A6A}"/>
                    </a:ext>
                  </a:extLst>
                </p14:cNvPr>
                <p14:cNvContentPartPr/>
                <p14:nvPr/>
              </p14:nvContentPartPr>
              <p14:xfrm>
                <a:off x="7211172" y="2462911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0E29CD-D52B-9751-B189-0166567E9A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48532" y="2084911"/>
                  <a:ext cx="126000" cy="75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EC8FFFA-D287-5BB5-23A7-78C58FD2719F}"/>
                  </a:ext>
                </a:extLst>
              </p14:cNvPr>
              <p14:cNvContentPartPr/>
              <p14:nvPr/>
            </p14:nvContentPartPr>
            <p14:xfrm>
              <a:off x="7005252" y="3347638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EC8FFFA-D287-5BB5-23A7-78C58FD271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69252" y="331163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E648CA8-DBAC-39A3-170D-0DFF6C5DF888}"/>
                  </a:ext>
                </a:extLst>
              </p14:cNvPr>
              <p14:cNvContentPartPr/>
              <p14:nvPr/>
            </p14:nvContentPartPr>
            <p14:xfrm>
              <a:off x="9335172" y="2167351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E648CA8-DBAC-39A3-170D-0DFF6C5DF88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72172" y="210435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C7181B0-0D3C-AC6A-238E-91003096792E}"/>
                  </a:ext>
                </a:extLst>
              </p14:cNvPr>
              <p14:cNvContentPartPr/>
              <p14:nvPr/>
            </p14:nvContentPartPr>
            <p14:xfrm>
              <a:off x="7005252" y="3347431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C7181B0-0D3C-AC6A-238E-91003096792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42252" y="3284431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6470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9E483-9050-00A9-A168-9CF588DB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8BB83-058A-6771-7F6B-A4BA230D4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(12 – 5)^2</a:t>
            </a:r>
          </a:p>
          <a:p>
            <a:r>
              <a:rPr lang="en-US" dirty="0"/>
              <a:t>(5 – 12)^2</a:t>
            </a:r>
          </a:p>
        </p:txBody>
      </p:sp>
    </p:spTree>
    <p:extLst>
      <p:ext uri="{BB962C8B-B14F-4D97-AF65-F5344CB8AC3E}">
        <p14:creationId xmlns:p14="http://schemas.microsoft.com/office/powerpoint/2010/main" val="100936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EBD51-3784-8A5E-DA5D-177FFEFD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4B02-4DF6-DD43-C2A4-AD8AF2958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A9555-D7D6-C277-B92F-F449AB4FCE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862A6C-84EB-7E7F-1502-E8B43F7315C8}"/>
              </a:ext>
            </a:extLst>
          </p:cNvPr>
          <p:cNvSpPr/>
          <p:nvPr/>
        </p:nvSpPr>
        <p:spPr>
          <a:xfrm>
            <a:off x="1479755" y="678426"/>
            <a:ext cx="9684773" cy="53290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33AA5A-D0CD-C546-46D4-D198CC3A2637}"/>
              </a:ext>
            </a:extLst>
          </p:cNvPr>
          <p:cNvSpPr/>
          <p:nvPr/>
        </p:nvSpPr>
        <p:spPr>
          <a:xfrm>
            <a:off x="766919" y="312665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2A5C8-525A-0EBF-E3DA-048D0CB98D78}"/>
              </a:ext>
            </a:extLst>
          </p:cNvPr>
          <p:cNvSpPr/>
          <p:nvPr/>
        </p:nvSpPr>
        <p:spPr>
          <a:xfrm>
            <a:off x="5919019" y="6140243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9026E0-3FBC-EA3D-FF58-9FC969EE0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709" y="3997115"/>
            <a:ext cx="1996735" cy="177918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6AF254-E8CF-3870-80E2-4C54BD50D34B}"/>
              </a:ext>
            </a:extLst>
          </p:cNvPr>
          <p:cNvCxnSpPr>
            <a:cxnSpLocks/>
          </p:cNvCxnSpPr>
          <p:nvPr/>
        </p:nvCxnSpPr>
        <p:spPr>
          <a:xfrm flipV="1">
            <a:off x="1524000" y="5250275"/>
            <a:ext cx="3838709" cy="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2FDB758-558D-1127-DCB8-87343E0F25F4}"/>
              </a:ext>
            </a:extLst>
          </p:cNvPr>
          <p:cNvSpPr/>
          <p:nvPr/>
        </p:nvSpPr>
        <p:spPr>
          <a:xfrm>
            <a:off x="3623188" y="480305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370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B276FC-B533-B07A-F764-6F886FBF4E6E}"/>
              </a:ext>
            </a:extLst>
          </p:cNvPr>
          <p:cNvCxnSpPr/>
          <p:nvPr/>
        </p:nvCxnSpPr>
        <p:spPr>
          <a:xfrm>
            <a:off x="5919019" y="5796117"/>
            <a:ext cx="816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7EEADCE-13CB-A6B8-20F9-E0F04EC94D2D}"/>
              </a:ext>
            </a:extLst>
          </p:cNvPr>
          <p:cNvSpPr/>
          <p:nvPr/>
        </p:nvSpPr>
        <p:spPr>
          <a:xfrm>
            <a:off x="6095999" y="5796117"/>
            <a:ext cx="442449" cy="1915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64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3BE09C-CE52-9860-BD5F-A3087D8B3D1D}"/>
              </a:ext>
            </a:extLst>
          </p:cNvPr>
          <p:cNvCxnSpPr>
            <a:cxnSpLocks/>
          </p:cNvCxnSpPr>
          <p:nvPr/>
        </p:nvCxnSpPr>
        <p:spPr>
          <a:xfrm flipV="1">
            <a:off x="7359445" y="5257057"/>
            <a:ext cx="3805083" cy="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ED872B-EFE7-D50F-F182-23F2CC7FBAF4}"/>
              </a:ext>
            </a:extLst>
          </p:cNvPr>
          <p:cNvCxnSpPr>
            <a:cxnSpLocks/>
            <a:stCxn id="4" idx="0"/>
          </p:cNvCxnSpPr>
          <p:nvPr/>
        </p:nvCxnSpPr>
        <p:spPr>
          <a:xfrm flipH="1">
            <a:off x="6317221" y="678426"/>
            <a:ext cx="4921" cy="3303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FD3AC2E-510D-9379-38B6-6D7C0CE71FC6}"/>
              </a:ext>
            </a:extLst>
          </p:cNvPr>
          <p:cNvSpPr/>
          <p:nvPr/>
        </p:nvSpPr>
        <p:spPr>
          <a:xfrm>
            <a:off x="5692875" y="2507227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480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E02312-B3B3-5A84-357A-859F92F7BC5F}"/>
              </a:ext>
            </a:extLst>
          </p:cNvPr>
          <p:cNvSpPr/>
          <p:nvPr/>
        </p:nvSpPr>
        <p:spPr>
          <a:xfrm>
            <a:off x="8377085" y="4866970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366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7124C6-0A43-EF81-31CA-93CB620BE3E9}"/>
              </a:ext>
            </a:extLst>
          </p:cNvPr>
          <p:cNvSpPr/>
          <p:nvPr/>
        </p:nvSpPr>
        <p:spPr>
          <a:xfrm>
            <a:off x="634181" y="412961"/>
            <a:ext cx="771834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(0, 0)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D72143-F441-9660-7419-4672B1F67B51}"/>
              </a:ext>
            </a:extLst>
          </p:cNvPr>
          <p:cNvCxnSpPr/>
          <p:nvPr/>
        </p:nvCxnSpPr>
        <p:spPr>
          <a:xfrm>
            <a:off x="1524000" y="412961"/>
            <a:ext cx="4168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5AFF3E5-5360-BCCF-79F1-FBE20E603E60}"/>
              </a:ext>
            </a:extLst>
          </p:cNvPr>
          <p:cNvSpPr/>
          <p:nvPr/>
        </p:nvSpPr>
        <p:spPr>
          <a:xfrm>
            <a:off x="3495370" y="14749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+x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3687EC7-D038-FBAA-5A31-AB6CD45BA3C0}"/>
              </a:ext>
            </a:extLst>
          </p:cNvPr>
          <p:cNvCxnSpPr/>
          <p:nvPr/>
        </p:nvCxnSpPr>
        <p:spPr>
          <a:xfrm flipH="1">
            <a:off x="6243481" y="412961"/>
            <a:ext cx="4139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F7487AD-403C-5299-E393-ED8CDE24967C}"/>
              </a:ext>
            </a:extLst>
          </p:cNvPr>
          <p:cNvSpPr/>
          <p:nvPr/>
        </p:nvSpPr>
        <p:spPr>
          <a:xfrm>
            <a:off x="7128389" y="491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-x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B1CC5DA-472B-3709-262F-3C5841028BF6}"/>
              </a:ext>
            </a:extLst>
          </p:cNvPr>
          <p:cNvCxnSpPr/>
          <p:nvPr/>
        </p:nvCxnSpPr>
        <p:spPr>
          <a:xfrm>
            <a:off x="1317525" y="1061731"/>
            <a:ext cx="0" cy="1828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3338384-E70E-7C8E-769E-B0BC0730C165}"/>
              </a:ext>
            </a:extLst>
          </p:cNvPr>
          <p:cNvSpPr/>
          <p:nvPr/>
        </p:nvSpPr>
        <p:spPr>
          <a:xfrm>
            <a:off x="639099" y="1494502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33E2425-62FE-546F-04F1-F4E4F1DF093C}"/>
              </a:ext>
            </a:extLst>
          </p:cNvPr>
          <p:cNvCxnSpPr/>
          <p:nvPr/>
        </p:nvCxnSpPr>
        <p:spPr>
          <a:xfrm flipV="1">
            <a:off x="1317525" y="4188542"/>
            <a:ext cx="0" cy="1799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9B975FE-8753-1331-717B-6E030C09EC24}"/>
              </a:ext>
            </a:extLst>
          </p:cNvPr>
          <p:cNvSpPr/>
          <p:nvPr/>
        </p:nvSpPr>
        <p:spPr>
          <a:xfrm>
            <a:off x="609603" y="5107860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02730F-1EF7-9670-BCD7-9002A9EF2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659" y="1842832"/>
            <a:ext cx="884901" cy="826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4F6465-C0E7-0DC5-8385-FD755E0E43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709" y="1043707"/>
            <a:ext cx="1996735" cy="152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02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100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Mostafa Pouralizadeh</dc:creator>
  <cp:lastModifiedBy>Mostafa Pouralizadeh</cp:lastModifiedBy>
  <cp:revision>12</cp:revision>
  <dcterms:created xsi:type="dcterms:W3CDTF">2024-11-13T08:38:04Z</dcterms:created>
  <dcterms:modified xsi:type="dcterms:W3CDTF">2024-11-25T18:08:38Z</dcterms:modified>
</cp:coreProperties>
</file>